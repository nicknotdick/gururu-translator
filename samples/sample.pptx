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产品发布计划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这是一份关于软件采购与技术支持服务的合同。</a:t>
            </a:r>
          </a:p>
          <a:p>
            <a:r>
              <a:t>供应商应在 2026-12-31 前完成数据库迁移与接口联调。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付款条件：验收合格后 30 日内支付合同总额的 80%。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