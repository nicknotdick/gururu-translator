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/>
              <a:t>product release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/>
              <a:t>This is a contract for software procurement and technical support services.</a:t>
            </a:r>
          </a:p>
          <a:p>
            <a:pPr>
              <a:defRPr/>
            </a:pPr>
            <a:r>
              <a:rPr/>
              <a:t>The supplier shall complete database migration and interface joint debugging before December 31,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/>
              <a:t>milestone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defRPr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defRPr/>
                      </a:pPr>
                      <a:r>
                        <a:rPr/>
                        <a:t>explain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/>
                      </a:pPr>
                      <a:r>
                        <a:rPr sz="1639"/>
                        <a:t>research and development</a:t>
                      </a:r>
                    </a:p>
                  </a:txBody>
                  <a:tcPr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/>
                      </a:pPr>
                      <a:r>
                        <a:rPr sz="1080"/>
                        <a:t>Terms of payment: 80% of the total contract amount shall be paid within 30 days after acceptance.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